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317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BuildPath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co-pilot that turns your project idea into a shipped build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Talks 60-Day Claude AI Challenge  |  10-Day Capstone  |  v1.0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966960" y="822960"/>
            <a:ext cx="1554480" cy="1554480"/>
          </a:xfrm>
          <a:prstGeom prst="ellipse">
            <a:avLst/>
          </a:prstGeom>
          <a:solidFill>
            <a:srgbClr val="4C6FFF"/>
          </a:solidFill>
          <a:ln/>
        </p:spPr>
      </p:sp>
      <p:sp>
        <p:nvSpPr>
          <p:cNvPr id="6" name="Text 4"/>
          <p:cNvSpPr/>
          <p:nvPr/>
        </p:nvSpPr>
        <p:spPr>
          <a:xfrm>
            <a:off x="9966960" y="82296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 eats more time than building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lost before code is written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08760" y="205740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self-taught developers spend hours deciding what to study, how to break a project down, and what order to build things in.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1546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08760" y="310896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advice doesn't fit their project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347472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Tutorials and study planners are disconnected from the specific project a person is actually trying to build.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5720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4526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gaps surface too late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489204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Builders hit a skill they don't have mid-task, stall out, and lose momentum instead of learning it ahead of time.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builders, one shared struggle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029200" cy="4023360"/>
          </a:xfrm>
          <a:prstGeom prst="roundRect">
            <a:avLst>
              <a:gd name="adj" fmla="val 1818"/>
            </a:avLst>
          </a:prstGeom>
          <a:solidFill>
            <a:srgbClr val="F5F7FF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10312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2788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Self-Taught Builder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3291840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software/AI development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a structured curriculum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 knows what they want to build,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time deciding where to start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029200" cy="4023360"/>
          </a:xfrm>
          <a:prstGeom prst="roundRect">
            <a:avLst>
              <a:gd name="adj" fmla="val 1818"/>
            </a:avLst>
          </a:prstGeom>
          <a:solidFill>
            <a:srgbClr val="F5F7FF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210312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83680" y="2788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CS / Bootcamp Student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3291840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fundamentals, wants real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experience for a portfolio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 needs focus and a clear scope,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open-ended exploration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idea to guided, trackable build plan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5F7F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3774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idea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BuildPath what you want to build, in plain language.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0712" y="210312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5F7FF"/>
          </a:solidFill>
          <a:ln/>
        </p:spPr>
      </p:sp>
      <p:sp>
        <p:nvSpPr>
          <p:cNvPr id="10" name="Shape 8"/>
          <p:cNvSpPr/>
          <p:nvPr/>
        </p:nvSpPr>
        <p:spPr>
          <a:xfrm>
            <a:off x="3639312" y="23774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3639312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39312" y="30632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guided intake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39312" y="356616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level, available time, tech preferences, constraints.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81344" y="210312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5F7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9944" y="23774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9944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9944" y="30632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plan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9944" y="356616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an ordered, milestone-based task plan.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51976" y="210312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1E2761"/>
          </a:solidFill>
          <a:ln/>
        </p:spPr>
      </p:sp>
      <p:sp>
        <p:nvSpPr>
          <p:cNvPr id="20" name="Shape 18"/>
          <p:cNvSpPr/>
          <p:nvPr/>
        </p:nvSpPr>
        <p:spPr>
          <a:xfrm>
            <a:off x="9180576" y="2377440"/>
            <a:ext cx="502920" cy="502920"/>
          </a:xfrm>
          <a:prstGeom prst="ellipse">
            <a:avLst/>
          </a:prstGeom>
          <a:solidFill>
            <a:srgbClr val="4C6FFF"/>
          </a:solidFill>
          <a:ln/>
        </p:spPr>
      </p:sp>
      <p:sp>
        <p:nvSpPr>
          <p:cNvPr id="21" name="Text 19"/>
          <p:cNvSpPr/>
          <p:nvPr/>
        </p:nvSpPr>
        <p:spPr>
          <a:xfrm>
            <a:off x="9180576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80576" y="30632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&amp; get unstuck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80576" y="356616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off tasks, ask “what's next?”, get learning-gap flags.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5623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loop: plan → build → get unblocked → keep building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ships in v1.0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5F7F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Intake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86207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vague idea into a structured, personalized starting point.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5F7FF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19659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3440" y="2514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Task Plan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286207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Ordered, milestone-based steps tailored to skill level and time.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5F7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0" y="19659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12480" y="2514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286207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off tasks; progress is saved and persists across sessions.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5F7FF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40690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4400" y="46177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Next?” Guidance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96519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AI help using your progress and what's confusing you.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89120" y="37947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5F7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663440" y="40690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663440" y="46177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Gap Flags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63440" y="496519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skills an upcoming task needs, with a brief why and what.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38160" y="37947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5F7FF"/>
          </a:solidFill>
          <a:ln/>
        </p:spPr>
      </p:sp>
      <p:sp>
        <p:nvSpPr>
          <p:cNvPr id="30" name="Shape 28"/>
          <p:cNvSpPr/>
          <p:nvPr/>
        </p:nvSpPr>
        <p:spPr>
          <a:xfrm>
            <a:off x="8412480" y="40690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412480" y="46177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&amp; Persistence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12480" y="496519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logout, and pick up your project exactly where you left it.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Simple, reliable, and built for free-tier constraints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169164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with a lightweight backend, persistent database, and a single AI integration point for plan generation and next-step guidance.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496312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62432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262432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prompts for two jobs only — generating a structured plan, and giving lightweight contextual next-step guidance — not an open-ended chatbot.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557016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3557016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active project per user: profile, intake answers, ordered task list with completion state, and lightweight skill-gap flags.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361688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489704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4489704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Entirely free-tier: no-cost hosting, no-cost database, and free/low-quota AI API access. Zero budget spent end to end.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5294376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42239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5422392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early (by mid-sprint) to a live public URL, then iterated on — not deployed for the first time at the end.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6227064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Deliberately deferred, not forgotten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37560" cy="3566160"/>
          </a:xfrm>
          <a:prstGeom prst="roundRect">
            <a:avLst>
              <a:gd name="adj" fmla="val 2192"/>
            </a:avLst>
          </a:prstGeom>
          <a:solidFill>
            <a:srgbClr val="F5F7FF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4884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28803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Multi-Project Workspace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2697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and switch between several active projects at once.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1828800"/>
            <a:ext cx="3337560" cy="3566160"/>
          </a:xfrm>
          <a:prstGeom prst="roundRect">
            <a:avLst>
              <a:gd name="adj" fmla="val 2192"/>
            </a:avLst>
          </a:prstGeom>
          <a:solidFill>
            <a:srgbClr val="F5F7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214884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0" y="28803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Skill Graphs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3429000"/>
            <a:ext cx="2697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prerequisite mapping and curated learning resources.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63840" y="1828800"/>
            <a:ext cx="3337560" cy="3566160"/>
          </a:xfrm>
          <a:prstGeom prst="roundRect">
            <a:avLst>
              <a:gd name="adj" fmla="val 2192"/>
            </a:avLst>
          </a:prstGeom>
          <a:solidFill>
            <a:srgbClr val="F5F7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183880" y="214884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183880" y="28803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83880" y="3429000"/>
            <a:ext cx="2697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projects, team boards, and mentor/peer feedback loops.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6235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protects the 10-day timeline by scoping tightly. These are natural v2.0 directions once the core loop is proven.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builder deserves to spend their time building — not stuck deciding what to do next.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BuildPath starts as a focused planning-and-progress co-pilot for solo builders. Over time, it can grow into the default first step for anyone turning a software or AI idea into something real — connecting learning and building into one continuous, guided loop.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BuildPath  —  AB Talks 60-Day Claude AI Challenge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2026-08-13T02:31:13Z</dcterms:created>
  <dcterms:modified xsi:type="dcterms:W3CDTF">2026-08-13T02:31:13Z</dcterms:modified>
</cp:coreProperties>
</file>